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**What it means**</a:t>
            </a:r>
          </a:p>
          <a:p>
            <a:r>
              <a:t>  - Introduce the session’s three threads: managed DAM references, Core Image delivery and accessible meaning in context.</a:t>
            </a:r>
          </a:p>
          <a:p>
            <a:r>
              <a:t>  - Identify the class, date, presenter and 30-minute scope before examining evidence.</a:t>
            </a:r>
          </a:p>
          <a:p>
            <a:r>
              <a:t>- **How to present it**</a:t>
            </a:r>
          </a:p>
          <a:p>
            <a:r>
              <a:t>  - Preview the pipeline: DAM asset → Image component → browser request → accessible DOM.</a:t>
            </a:r>
          </a:p>
          <a:p>
            <a:r>
              <a:t>  - Name the three topics without expanding the evidence matrix yet.</a:t>
            </a:r>
          </a:p>
          <a:p>
            <a:r>
              <a:t>- **Say explicitly**</a:t>
            </a:r>
          </a:p>
          <a:p>
            <a:r>
              <a:t>  - “The image is not finished when it looks correct.”</a:t>
            </a:r>
          </a:p>
          <a:p>
            <a:r>
              <a:t>  - “We must verify what is referenced, what bytes were sent and what meaning was exposed.”</a:t>
            </a:r>
          </a:p>
          <a:p>
            <a:r>
              <a:t>- **Ask the group**</a:t>
            </a:r>
          </a:p>
          <a:p>
            <a:r>
              <a:t>  - “Which of those three concerns can a screenshot prove?”</a:t>
            </a:r>
          </a:p>
          <a:p>
            <a:r>
              <a:t>- **Common confusion**</a:t>
            </a:r>
          </a:p>
          <a:p>
            <a:r>
              <a:t>  - Do not combine the asset path, rendered URL and alternative text into one vague concept called ‘the image.’</a:t>
            </a:r>
          </a:p>
          <a:p>
            <a:r>
              <a:t>- **Transition**</a:t>
            </a:r>
          </a:p>
          <a:p>
            <a:r>
              <a:t>  - “Start with ownership: the page references the asset; it does not own the binary.”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**What it means**</a:t>
            </a:r>
          </a:p>
          <a:p>
            <a:r>
              <a:t>  - `/content/dam/...` owns the original file, renditions and reusable metadata.</a:t>
            </a:r>
          </a:p>
          <a:p>
            <a:r>
              <a:t>  - The page component stores `fileReference` pointing to that asset.</a:t>
            </a:r>
          </a:p>
          <a:p>
            <a:r>
              <a:t>- **How to present it**</a:t>
            </a:r>
          </a:p>
          <a:p>
            <a:r>
              <a:t>  - Point first to the DAM path, then to the component instance and its property.</a:t>
            </a:r>
          </a:p>
          <a:p>
            <a:r>
              <a:t>  - Explain the lifecycle consequence of one asset being referenced by many pages.</a:t>
            </a:r>
          </a:p>
          <a:p>
            <a:r>
              <a:t>- **Say explicitly**</a:t>
            </a:r>
          </a:p>
          <a:p>
            <a:r>
              <a:t>  - “Replacing or moving the DAM asset can affect every incoming reference.”</a:t>
            </a:r>
          </a:p>
          <a:p>
            <a:r>
              <a:t>  - “The component instance stores a pointer, not another copy of the binary.”</a:t>
            </a:r>
          </a:p>
          <a:p>
            <a:r>
              <a:t>- **Ask the group**</a:t>
            </a:r>
          </a:p>
          <a:p>
            <a:r>
              <a:t>  - “What should we inspect before deleting or moving this asset?”</a:t>
            </a:r>
          </a:p>
          <a:p>
            <a:r>
              <a:t>- **Evidence to show**</a:t>
            </a:r>
          </a:p>
          <a:p>
            <a:r>
              <a:t>  - `fileReference` value.</a:t>
            </a:r>
          </a:p>
          <a:p>
            <a:r>
              <a:t>  - Asset existence and metadata.</a:t>
            </a:r>
          </a:p>
          <a:p>
            <a:r>
              <a:t>  - References view or known consuming pages.</a:t>
            </a:r>
          </a:p>
          <a:p>
            <a:r>
              <a:t>- **Transition**</a:t>
            </a:r>
          </a:p>
          <a:p>
            <a:r>
              <a:t>  - “Once the reference is correct, use the existing delivery capability before writing custom markup.”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**What it means**</a:t>
            </a:r>
          </a:p>
          <a:p>
            <a:r>
              <a:t>  - A project proxy preserves site ownership while delegating delivery behavior to Core Image.</a:t>
            </a:r>
          </a:p>
          <a:p>
            <a:r>
              <a:t>  - Policy configures supported behavior such as widths without copying implementation.</a:t>
            </a:r>
          </a:p>
          <a:p>
            <a:r>
              <a:t>- **How to present it**</a:t>
            </a:r>
          </a:p>
          <a:p>
            <a:r>
              <a:t>  - Trace project resource type → `sling:resourceSuperType` → installed Core Image version.</a:t>
            </a:r>
          </a:p>
          <a:p>
            <a:r>
              <a:t>  - Separate proxy identity, policy configuration and inherited implementation.</a:t>
            </a:r>
          </a:p>
          <a:p>
            <a:r>
              <a:t>- **Say explicitly**</a:t>
            </a:r>
          </a:p>
          <a:p>
            <a:r>
              <a:t>  - “The project owns the proxy; Adobe’s Core Component owns the complex image behavior.”</a:t>
            </a:r>
          </a:p>
          <a:p>
            <a:r>
              <a:t>  - “Verify the installed version before selecting a versioned super type.”</a:t>
            </a:r>
          </a:p>
          <a:p>
            <a:r>
              <a:t>- **Ask the group**</a:t>
            </a:r>
          </a:p>
          <a:p>
            <a:r>
              <a:t>  - “Which verified requirement cannot be met by Core Image and policy?”</a:t>
            </a:r>
          </a:p>
          <a:p>
            <a:r>
              <a:t>- **Common confusion**</a:t>
            </a:r>
          </a:p>
          <a:p>
            <a:r>
              <a:t>  - Do not promise a feature because a documentation path exists; the dependency must be installed and compatible.</a:t>
            </a:r>
          </a:p>
          <a:p>
            <a:r>
              <a:t>  - Do not copy Core Image HTL merely to change a policy-controlled option.</a:t>
            </a:r>
          </a:p>
          <a:p>
            <a:r>
              <a:t>- **Transition**</a:t>
            </a:r>
          </a:p>
          <a:p>
            <a:r>
              <a:t>  - “Delivery capability cannot decide what the image means in this page context.”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**What it means**</a:t>
            </a:r>
          </a:p>
          <a:p>
            <a:r>
              <a:t>  - Informative images need a concise equivalent of their essential meaning.</a:t>
            </a:r>
          </a:p>
          <a:p>
            <a:r>
              <a:t>  - Decorative images need an explicit empty alternative.</a:t>
            </a:r>
          </a:p>
          <a:p>
            <a:r>
              <a:t>  - Functional images need text describing the action or destination.</a:t>
            </a:r>
          </a:p>
          <a:p>
            <a:r>
              <a:t>  - Complex images need a short identifier plus a nearby detailed equivalent.</a:t>
            </a:r>
          </a:p>
          <a:p>
            <a:r>
              <a:t>- **How to present it**</a:t>
            </a:r>
          </a:p>
          <a:p>
            <a:r>
              <a:t>  - Start with purpose, not with the pixels.</a:t>
            </a:r>
          </a:p>
          <a:p>
            <a:r>
              <a:t>  - Give the same image four contexts and ask how the alternative changes.</a:t>
            </a:r>
          </a:p>
          <a:p>
            <a:r>
              <a:t>- **Say explicitly**</a:t>
            </a:r>
          </a:p>
          <a:p>
            <a:r>
              <a:t>  - “Missing `alt` and `alt=""` are not equivalent.”</a:t>
            </a:r>
          </a:p>
          <a:p>
            <a:r>
              <a:t>  - “Avoid filenames and ‘image of’; describe the useful meaning.”</a:t>
            </a:r>
          </a:p>
          <a:p>
            <a:r>
              <a:t>- **Ask the group**</a:t>
            </a:r>
          </a:p>
          <a:p>
            <a:r>
              <a:t>  - “If this image is the only content in a link to the Guide, what should the accessible name communicate?”</a:t>
            </a:r>
          </a:p>
          <a:p>
            <a:r>
              <a:t>- **Common confusion**</a:t>
            </a:r>
          </a:p>
          <a:p>
            <a:r>
              <a:t>  - Empty alternative is correct only when the image adds no information or function in that context.</a:t>
            </a:r>
          </a:p>
          <a:p>
            <a:r>
              <a:t>- **Transition**</a:t>
            </a:r>
          </a:p>
          <a:p>
            <a:r>
              <a:t>  - “DAM metadata can suggest text, but it cannot know every page purpose.”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**What it means**</a:t>
            </a:r>
          </a:p>
          <a:p>
            <a:r>
              <a:t>  - Shared metadata can provide a reusable description.</a:t>
            </a:r>
          </a:p>
          <a:p>
            <a:r>
              <a:t>  - The authored page context determines whether that description is appropriate, empty or action-oriented.</a:t>
            </a:r>
          </a:p>
          <a:p>
            <a:r>
              <a:t>- **How to present it**</a:t>
            </a:r>
          </a:p>
          <a:p>
            <a:r>
              <a:t>  - Reuse the same suspension-bridge asset in hero, decorative background and linked-card contexts.</a:t>
            </a:r>
          </a:p>
          <a:p>
            <a:r>
              <a:t>  - Emphasize that the binary and metadata remain unchanged while the required accessible result changes.</a:t>
            </a:r>
          </a:p>
          <a:p>
            <a:r>
              <a:t>- **Say explicitly**</a:t>
            </a:r>
          </a:p>
          <a:p>
            <a:r>
              <a:t>  - “Metadata proposes; page purpose decides.”</a:t>
            </a:r>
          </a:p>
          <a:p>
            <a:r>
              <a:t>  - “A safe default reduces work but does not remove author responsibility.”</a:t>
            </a:r>
          </a:p>
          <a:p>
            <a:r>
              <a:t>- **Ask the group**</a:t>
            </a:r>
          </a:p>
          <a:p>
            <a:r>
              <a:t>  - “Which of these three uses can safely inherit the DAM description unchanged?”</a:t>
            </a:r>
          </a:p>
          <a:p>
            <a:r>
              <a:t>- **Responsibility split**</a:t>
            </a:r>
          </a:p>
          <a:p>
            <a:r>
              <a:t>  - Developer: safe component behavior.</a:t>
            </a:r>
          </a:p>
          <a:p>
            <a:r>
              <a:t>  - Template author: governed defaults and options.</a:t>
            </a:r>
          </a:p>
          <a:p>
            <a:r>
              <a:t>  - Content author: meaning in the current page.</a:t>
            </a:r>
          </a:p>
          <a:p>
            <a:r>
              <a:t>- **Transition**</a:t>
            </a:r>
          </a:p>
          <a:p>
            <a:r>
              <a:t>  - “Now verify that the browser also receives appropriate bytes.”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**What it means**</a:t>
            </a:r>
          </a:p>
          <a:p>
            <a:r>
              <a:t>  - Component policy defines useful candidate widths.</a:t>
            </a:r>
          </a:p>
          <a:p>
            <a:r>
              <a:t>  - Markup exposes candidates; the browser selects using layout and device density.</a:t>
            </a:r>
          </a:p>
          <a:p>
            <a:r>
              <a:t>  - Rendered CSS width and transferred source size are different measurements.</a:t>
            </a:r>
          </a:p>
          <a:p>
            <a:r>
              <a:t>- **How to present it**</a:t>
            </a:r>
          </a:p>
          <a:p>
            <a:r>
              <a:t>  - Show the candidate widths first.</a:t>
            </a:r>
          </a:p>
          <a:p>
            <a:r>
              <a:t>  - Then compare rendered dimensions in Elements with the selected request in Network.</a:t>
            </a:r>
          </a:p>
          <a:p>
            <a:r>
              <a:t>  - Resize once and observe whether the selected candidate changes.</a:t>
            </a:r>
          </a:p>
          <a:p>
            <a:r>
              <a:t>- **Say explicitly**</a:t>
            </a:r>
          </a:p>
          <a:p>
            <a:r>
              <a:t>  - “CSS can display a large downloaded image at a small size.”</a:t>
            </a:r>
          </a:p>
          <a:p>
            <a:r>
              <a:t>  - “Lazy loading changes when a request happens; responsive selection changes which source is requested.”</a:t>
            </a:r>
          </a:p>
          <a:p>
            <a:r>
              <a:t>- **Ask the group**</a:t>
            </a:r>
          </a:p>
          <a:p>
            <a:r>
              <a:t>  - “What browser evidence proves we avoided transferring the largest rendition?”</a:t>
            </a:r>
          </a:p>
          <a:p>
            <a:r>
              <a:t>- **Scope boundary**</a:t>
            </a:r>
          </a:p>
          <a:p>
            <a:r>
              <a:t>  - Use Adaptive Image Servlet and local browser evidence for the exercise.</a:t>
            </a:r>
          </a:p>
          <a:p>
            <a:r>
              <a:t>  - Mention Web-Optimized Image Delivery as cloud capability, not a requirement for the local lab.</a:t>
            </a:r>
          </a:p>
          <a:p>
            <a:r>
              <a:t>- **Transition**</a:t>
            </a:r>
          </a:p>
          <a:p>
            <a:r>
              <a:t>  - “Combine repository, DOM and Network evidence in one review matrix.”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**What it means**</a:t>
            </a:r>
          </a:p>
          <a:p>
            <a:r>
              <a:t>  - Moving, replacing, unpublishing or deleting a DAM asset can affect every page that references it.</a:t>
            </a:r>
          </a:p>
          <a:p>
            <a:r>
              <a:t>  - Lifecycle decisions should begin with incoming-reference evidence and end with consumer verification.</a:t>
            </a:r>
          </a:p>
          <a:p>
            <a:r>
              <a:t>- **How to present it**</a:t>
            </a:r>
          </a:p>
          <a:p>
            <a:r>
              <a:t>  - Follow the reference from one DAM asset to multiple Guide Pages.</a:t>
            </a:r>
          </a:p>
          <a:p>
            <a:r>
              <a:t>  - Compare the safe sequence—inspect, assess, change and verify—with a direct destructive change.</a:t>
            </a:r>
          </a:p>
          <a:p>
            <a:r>
              <a:t>- **Say explicitly**</a:t>
            </a:r>
          </a:p>
          <a:p>
            <a:r>
              <a:t>  - “The asset path is a dependency contract, not just a filing location.”</a:t>
            </a:r>
          </a:p>
          <a:p>
            <a:r>
              <a:t>  - “Reference inspection reduces risk; consumer verification proves the change.”</a:t>
            </a:r>
          </a:p>
          <a:p>
            <a:r>
              <a:t>- **Transition**</a:t>
            </a:r>
          </a:p>
          <a:p>
            <a:r>
              <a:t>  - “Now combine ownership, accessibility and delivery in one evidence matrix.”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**What it means**</a:t>
            </a:r>
          </a:p>
          <a:p>
            <a:r>
              <a:t>  - Each state must connect stored reference, rendered alternative, browser-selected source and author behavior.</a:t>
            </a:r>
          </a:p>
          <a:p>
            <a:r>
              <a:t>- **How to present it**</a:t>
            </a:r>
          </a:p>
          <a:p>
            <a:r>
              <a:t>  - Walk informative, decorative and missing/invalid rows separately.</a:t>
            </a:r>
          </a:p>
          <a:p>
            <a:r>
              <a:t>  - Require an artifact for every column instead of accepting “it looks right.”</a:t>
            </a:r>
          </a:p>
          <a:p>
            <a:r>
              <a:t>- **Say explicitly**</a:t>
            </a:r>
          </a:p>
          <a:p>
            <a:r>
              <a:t>  - “A correct `fileReference` does not prove correct alternative text or efficient delivery.”</a:t>
            </a:r>
          </a:p>
          <a:p>
            <a:r>
              <a:t>  - “An Author preview does not prove the asset and required rendition are available on Publish.”</a:t>
            </a:r>
          </a:p>
          <a:p>
            <a:r>
              <a:t>- **Evidence to request**</a:t>
            </a:r>
          </a:p>
          <a:p>
            <a:r>
              <a:t>  - Component `fileReference` and asset path.</a:t>
            </a:r>
          </a:p>
          <a:p>
            <a:r>
              <a:t>  - Rendered `alt` state.</a:t>
            </a:r>
          </a:p>
          <a:p>
            <a:r>
              <a:t>  - Selected image request and dimensions.</a:t>
            </a:r>
          </a:p>
          <a:p>
            <a:r>
              <a:t>  - Safe empty or invalid state.</a:t>
            </a:r>
          </a:p>
          <a:p>
            <a:r>
              <a:t>- **Transition**</a:t>
            </a:r>
          </a:p>
          <a:p>
            <a:r>
              <a:t>  - “That completes the session. I’ll leave the final slide open for your questions.”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completes the session. Thank the audience and leave the floor open for questions they want to raise. Do not introduce review prompts or another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